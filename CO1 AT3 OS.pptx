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1628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hello and tell them what you will explain: how the operating system keeps a bank running when thousands of people use it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relaxed: describe salary day at a bank. The OS decides who gets the CPU, memory and disk, and when.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needs are the reason we pick a certain type of OS and a certain structure, which come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Real-time features help with quick replies, but the main things a bank needs are multi-user, multiprocessing and distributed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layered structure is the easiest to explain. Real systems like Linux are modular kernels built on the same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normal program is not allowed to touch the hardware directly, so it has to go through a system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simple example, like sending money to a friend on UPI. Every step needs the OS, and the program reaches it through system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the three main points in your own words, then ask if anyone has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CD58DF-0D5B-9B6F-8762-716B630DA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142" y="485334"/>
            <a:ext cx="5352756" cy="437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63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Operating System Runs a Bank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783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behind the screen when thousands of people use the bank at once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8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A B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</a:t>
            </a:r>
            <a:r>
              <a:rPr lang="en-US" sz="18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1911260006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NAME: </a:t>
            </a:r>
            <a:r>
              <a:rPr lang="en-US" sz="18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</a:t>
            </a:r>
            <a:r>
              <a:rPr lang="en-US" sz="18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CSA0412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0" y="640080"/>
            <a:ext cx="3200400" cy="3840480"/>
          </a:xfrm>
          <a:prstGeom prst="roundRect">
            <a:avLst>
              <a:gd name="adj" fmla="val 4286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600200"/>
            <a:ext cx="1463040" cy="14630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210" y="1951330"/>
            <a:ext cx="760781" cy="76078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15000" y="86868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619" y="1022299"/>
            <a:ext cx="332842" cy="33284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818120" y="868680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1739" y="1022299"/>
            <a:ext cx="332842" cy="33284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715000" y="3657600"/>
            <a:ext cx="640080" cy="64008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8619" y="3811219"/>
            <a:ext cx="332842" cy="33284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818120" y="3657600"/>
            <a:ext cx="640080" cy="64008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1739" y="3811219"/>
            <a:ext cx="332842" cy="3328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a Busy Bank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it is salary day. Thousands of people are using ATMs, UPI and net banking at the same moment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wants to wait, and nobody can afford a wrong balance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has to manage all this behind the scenes. That someone is the operating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1371600"/>
            <a:ext cx="731520" cy="7315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325" y="15471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54880" y="2121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731520" cy="7315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765" y="154716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989320" y="2121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406640" y="1371600"/>
            <a:ext cx="731520" cy="7315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205" y="154716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23760" y="2121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banking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720840" y="2514600"/>
            <a:ext cx="0" cy="457200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6172200" y="3063240"/>
            <a:ext cx="1097280" cy="109728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547" y="3326587"/>
            <a:ext cx="570586" cy="57058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937760" y="4206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server and its OS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Bank Needs from Its 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15032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71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should not wait around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68980" y="11887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1860" y="137160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3534" y="15032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37660" y="1371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51860" y="2011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is served at the same time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80760" y="11887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37160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314" y="15032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1371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0116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real account holder gets in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30175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54" y="33320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working even if something fails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3268980" y="301752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1860" y="320040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3534" y="33320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37660" y="32004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51860" y="38404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rupee should ever go missing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7315200" y="3291840"/>
            <a:ext cx="1097280" cy="109728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8547" y="3555187"/>
            <a:ext cx="570586" cy="5705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Type of OS Fits a Bank?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15032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 log in together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17520" y="118872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0" y="137160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074" y="15032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88620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Multi-CPU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200400" y="20116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Multiprocessing: several CPUs share the load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97180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32863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3154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794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answer within a fixed time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3017520" y="297180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200400" y="315468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2074" y="328635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886200" y="3154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3200400" y="3794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servers work like one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669280" y="1188720"/>
            <a:ext cx="3017520" cy="33832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720840" y="1371600"/>
            <a:ext cx="914400" cy="91440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296" y="1591056"/>
            <a:ext cx="475488" cy="47548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85216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choice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5852160" y="288036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multi-user, multiprocessing, distributed OS, like Linux, UNIX or IBM z/OS. Real-time ideas help for quick replies too.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OS Is Built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2344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apps: ATM, UPI, net banking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10312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2860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21031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calls: the doorway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57200" y="297180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29718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the real manager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57200" y="384048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3D4852"/>
          </a:solidFill>
          <a:ln w="12700">
            <a:solidFill>
              <a:srgbClr val="3D4852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023360"/>
            <a:ext cx="411480" cy="4114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384048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CPU, memory, disk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5303520" y="1234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kernel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5303520" y="178308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only talks to its neighbour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fix one part without breaking the rest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piece fails, the whole bank does not stop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System Call?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call is how a program politely asks the OS for help, for example to read a file or use the disk.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restaurant: you (the app) tell the waiter (system call), and the waiter goes to the kitchen (kernel).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926080"/>
            <a:ext cx="1005840" cy="10058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42" y="316748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app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874520" y="3429000"/>
            <a:ext cx="777240" cy="0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788920" y="2926080"/>
            <a:ext cx="1005840" cy="100584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322" y="3167482"/>
            <a:ext cx="523037" cy="5230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1460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886200" y="3429000"/>
            <a:ext cx="777240" cy="0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800600" y="2926080"/>
            <a:ext cx="1005840" cy="10058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2002" y="3167482"/>
            <a:ext cx="523037" cy="52303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2628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897880" y="3429000"/>
            <a:ext cx="777240" cy="0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6812280" y="2926080"/>
            <a:ext cx="1005840" cy="1005840"/>
          </a:xfrm>
          <a:prstGeom prst="ellipse">
            <a:avLst/>
          </a:prstGeom>
          <a:solidFill>
            <a:srgbClr val="3D4852"/>
          </a:solidFill>
          <a:ln w="12700">
            <a:solidFill>
              <a:srgbClr val="3D4852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3682" y="3167482"/>
            <a:ext cx="523037" cy="52303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3796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Sending Money: Step by Step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14575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25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Request comes in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process starts for you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77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 / exec()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68980" y="11430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1860" y="132588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3534" y="14575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37660" y="1325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balance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51860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read your record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51860" y="2377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open() / read()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080760" y="11430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63640" y="132588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314" y="14575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9440" y="1325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Lock account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263640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two payments do not clash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23774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wait() / signal()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57200" y="2971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54" y="328635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25880" y="3154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Move the money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new balances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4206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write()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3268980" y="2971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451860" y="315468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3534" y="3286354"/>
            <a:ext cx="285293" cy="28529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137660" y="3154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Keep a record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3451860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log, send the SMS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3451860" y="4206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write() / send()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080760" y="2971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263640" y="315468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5314" y="3286354"/>
            <a:ext cx="285293" cy="285293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949440" y="3154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Done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6263640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and close the files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263640" y="4206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9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close() / exit()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Sum Up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needs a multi-user, multiprocessing, distributed 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kernel keeps things organised and safe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are how every transaction reaches the 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how thousands of payments stay fast and correct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12080" y="1188720"/>
            <a:ext cx="3474720" cy="3383280"/>
          </a:xfrm>
          <a:prstGeom prst="roundRect">
            <a:avLst>
              <a:gd name="adj" fmla="val 2703"/>
            </a:avLst>
          </a:prstGeom>
          <a:solidFill>
            <a:srgbClr val="E9F3F7"/>
          </a:solidFill>
          <a:ln w="12700">
            <a:solidFill>
              <a:srgbClr val="E9F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06440" y="1463040"/>
            <a:ext cx="1097280" cy="109728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787" y="1726387"/>
            <a:ext cx="570586" cy="57058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86600" y="1463040"/>
            <a:ext cx="1097280" cy="10972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9947" y="1726387"/>
            <a:ext cx="570586" cy="5705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9496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539496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D4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take questions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670</Words>
  <Application>Microsoft Office PowerPoint</Application>
  <PresentationFormat>On-screen Show (16:9)</PresentationFormat>
  <Paragraphs>94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an Operating System Runs a Bank</dc:title>
  <dc:subject>PptxGenJS Presentation</dc:subject>
  <dc:creator>ARJUN A B</dc:creator>
  <cp:lastModifiedBy>ARJUN A B</cp:lastModifiedBy>
  <cp:revision>2</cp:revision>
  <dcterms:created xsi:type="dcterms:W3CDTF">2026-10-18T04:41:57Z</dcterms:created>
  <dcterms:modified xsi:type="dcterms:W3CDTF">2026-10-26T15:30:44Z</dcterms:modified>
</cp:coreProperties>
</file>